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9" r:id="rId2"/>
    <p:sldId id="256" r:id="rId3"/>
    <p:sldId id="350" r:id="rId4"/>
    <p:sldId id="351" r:id="rId5"/>
    <p:sldId id="35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0B911-F001-420B-8A4D-987AD7D9619B}" v="7" dt="2025-12-07T01:17:24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 Yuan Chang" userId="50822a03f2412f91" providerId="LiveId" clId="{1616529A-44EC-4F05-A76F-3663D546AC70}"/>
    <pc:docChg chg="undo custSel addSld delSld modSld">
      <pc:chgData name="Chao Yuan Chang" userId="50822a03f2412f91" providerId="LiveId" clId="{1616529A-44EC-4F05-A76F-3663D546AC70}" dt="2025-12-17T05:11:08.887" v="109" actId="1076"/>
      <pc:docMkLst>
        <pc:docMk/>
      </pc:docMkLst>
      <pc:sldChg chg="addSp modSp mod">
        <pc:chgData name="Chao Yuan Chang" userId="50822a03f2412f91" providerId="LiveId" clId="{1616529A-44EC-4F05-A76F-3663D546AC70}" dt="2025-12-05T03:29:57.264" v="43" actId="20577"/>
        <pc:sldMkLst>
          <pc:docMk/>
          <pc:sldMk cId="589103411" sldId="256"/>
        </pc:sldMkLst>
        <pc:spChg chg="add mod">
          <ac:chgData name="Chao Yuan Chang" userId="50822a03f2412f91" providerId="LiveId" clId="{1616529A-44EC-4F05-A76F-3663D546AC70}" dt="2025-12-05T03:29:57.264" v="43" actId="20577"/>
          <ac:spMkLst>
            <pc:docMk/>
            <pc:sldMk cId="589103411" sldId="256"/>
            <ac:spMk id="2" creationId="{DDAC0927-C847-8B53-AB4D-74FE83715D78}"/>
          </ac:spMkLst>
        </pc:spChg>
        <pc:spChg chg="mod">
          <ac:chgData name="Chao Yuan Chang" userId="50822a03f2412f91" providerId="LiveId" clId="{1616529A-44EC-4F05-A76F-3663D546AC70}" dt="2025-12-05T02:11:42.376" v="28" actId="113"/>
          <ac:spMkLst>
            <pc:docMk/>
            <pc:sldMk cId="589103411" sldId="256"/>
            <ac:spMk id="4" creationId="{C44379B6-BA88-4AAE-7826-F9D9C21C1514}"/>
          </ac:spMkLst>
        </pc:spChg>
      </pc:sldChg>
      <pc:sldChg chg="addSp delSp modSp mod">
        <pc:chgData name="Chao Yuan Chang" userId="50822a03f2412f91" providerId="LiveId" clId="{1616529A-44EC-4F05-A76F-3663D546AC70}" dt="2025-12-05T03:29:47.032" v="40" actId="20577"/>
        <pc:sldMkLst>
          <pc:docMk/>
          <pc:sldMk cId="3508876690" sldId="349"/>
        </pc:sldMkLst>
        <pc:spChg chg="mod">
          <ac:chgData name="Chao Yuan Chang" userId="50822a03f2412f91" providerId="LiveId" clId="{1616529A-44EC-4F05-A76F-3663D546AC70}" dt="2025-12-05T02:11:29.438" v="23" actId="113"/>
          <ac:spMkLst>
            <pc:docMk/>
            <pc:sldMk cId="3508876690" sldId="349"/>
            <ac:spMk id="2" creationId="{FAA58AB9-52F4-2AE3-AE30-08A6199D33B9}"/>
          </ac:spMkLst>
        </pc:spChg>
        <pc:spChg chg="add mod">
          <ac:chgData name="Chao Yuan Chang" userId="50822a03f2412f91" providerId="LiveId" clId="{1616529A-44EC-4F05-A76F-3663D546AC70}" dt="2025-12-05T03:29:47.032" v="40" actId="20577"/>
          <ac:spMkLst>
            <pc:docMk/>
            <pc:sldMk cId="3508876690" sldId="349"/>
            <ac:spMk id="8" creationId="{01CE3608-0F14-D423-1F46-D32FEB12644D}"/>
          </ac:spMkLst>
        </pc:spChg>
        <pc:picChg chg="mod">
          <ac:chgData name="Chao Yuan Chang" userId="50822a03f2412f91" providerId="LiveId" clId="{1616529A-44EC-4F05-A76F-3663D546AC70}" dt="2025-12-05T02:10:51.632" v="10" actId="1076"/>
          <ac:picMkLst>
            <pc:docMk/>
            <pc:sldMk cId="3508876690" sldId="349"/>
            <ac:picMk id="3" creationId="{455CE573-746C-3388-80BE-2F977E651039}"/>
          </ac:picMkLst>
        </pc:picChg>
        <pc:picChg chg="mod">
          <ac:chgData name="Chao Yuan Chang" userId="50822a03f2412f91" providerId="LiveId" clId="{1616529A-44EC-4F05-A76F-3663D546AC70}" dt="2025-12-05T02:10:52.056" v="11" actId="1076"/>
          <ac:picMkLst>
            <pc:docMk/>
            <pc:sldMk cId="3508876690" sldId="349"/>
            <ac:picMk id="4" creationId="{1F766AC2-2B15-7110-1913-3DE7D207F541}"/>
          </ac:picMkLst>
        </pc:picChg>
      </pc:sldChg>
      <pc:sldChg chg="addSp modSp mod">
        <pc:chgData name="Chao Yuan Chang" userId="50822a03f2412f91" providerId="LiveId" clId="{1616529A-44EC-4F05-A76F-3663D546AC70}" dt="2025-12-05T03:30:02.157" v="44"/>
        <pc:sldMkLst>
          <pc:docMk/>
          <pc:sldMk cId="2374275417" sldId="350"/>
        </pc:sldMkLst>
        <pc:spChg chg="add mod">
          <ac:chgData name="Chao Yuan Chang" userId="50822a03f2412f91" providerId="LiveId" clId="{1616529A-44EC-4F05-A76F-3663D546AC70}" dt="2025-12-05T03:30:02.157" v="44"/>
          <ac:spMkLst>
            <pc:docMk/>
            <pc:sldMk cId="2374275417" sldId="350"/>
            <ac:spMk id="3" creationId="{261F1D9A-6441-DF50-FEB4-C3D6F92C92E5}"/>
          </ac:spMkLst>
        </pc:spChg>
        <pc:spChg chg="mod">
          <ac:chgData name="Chao Yuan Chang" userId="50822a03f2412f91" providerId="LiveId" clId="{1616529A-44EC-4F05-A76F-3663D546AC70}" dt="2025-12-05T02:11:56.361" v="34" actId="1076"/>
          <ac:spMkLst>
            <pc:docMk/>
            <pc:sldMk cId="2374275417" sldId="350"/>
            <ac:spMk id="4" creationId="{27BAF4D1-A5F4-DD31-D66C-0336C643742B}"/>
          </ac:spMkLst>
        </pc:spChg>
        <pc:picChg chg="mod">
          <ac:chgData name="Chao Yuan Chang" userId="50822a03f2412f91" providerId="LiveId" clId="{1616529A-44EC-4F05-A76F-3663D546AC70}" dt="2025-12-05T02:11:52.363" v="33" actId="1076"/>
          <ac:picMkLst>
            <pc:docMk/>
            <pc:sldMk cId="2374275417" sldId="350"/>
            <ac:picMk id="2" creationId="{47FF6FC5-DCB0-5ECA-92A1-3D80F8640CB7}"/>
          </ac:picMkLst>
        </pc:picChg>
      </pc:sldChg>
      <pc:sldChg chg="addSp delSp modSp add mod">
        <pc:chgData name="Chao Yuan Chang" userId="50822a03f2412f91" providerId="LiveId" clId="{1616529A-44EC-4F05-A76F-3663D546AC70}" dt="2025-12-17T05:11:08.887" v="109" actId="1076"/>
        <pc:sldMkLst>
          <pc:docMk/>
          <pc:sldMk cId="830848583" sldId="351"/>
        </pc:sldMkLst>
        <pc:spChg chg="mod">
          <ac:chgData name="Chao Yuan Chang" userId="50822a03f2412f91" providerId="LiveId" clId="{1616529A-44EC-4F05-A76F-3663D546AC70}" dt="2025-12-07T01:15:45.793" v="57" actId="20577"/>
          <ac:spMkLst>
            <pc:docMk/>
            <pc:sldMk cId="830848583" sldId="351"/>
            <ac:spMk id="3" creationId="{73EB71C6-0B4F-C158-98D6-2B2F49462796}"/>
          </ac:spMkLst>
        </pc:spChg>
        <pc:picChg chg="add mod modCrop">
          <ac:chgData name="Chao Yuan Chang" userId="50822a03f2412f91" providerId="LiveId" clId="{1616529A-44EC-4F05-A76F-3663D546AC70}" dt="2025-12-17T05:11:08.887" v="109" actId="1076"/>
          <ac:picMkLst>
            <pc:docMk/>
            <pc:sldMk cId="830848583" sldId="351"/>
            <ac:picMk id="6" creationId="{3D141B30-866B-E61B-A8B1-C1E914AF9313}"/>
          </ac:picMkLst>
        </pc:picChg>
        <pc:picChg chg="add mod modCrop">
          <ac:chgData name="Chao Yuan Chang" userId="50822a03f2412f91" providerId="LiveId" clId="{1616529A-44EC-4F05-A76F-3663D546AC70}" dt="2025-12-07T01:16:40.787" v="70" actId="14100"/>
          <ac:picMkLst>
            <pc:docMk/>
            <pc:sldMk cId="830848583" sldId="351"/>
            <ac:picMk id="8" creationId="{D85EED6D-F028-82FB-0BA9-BB71F27E25A0}"/>
          </ac:picMkLst>
        </pc:picChg>
      </pc:sldChg>
      <pc:sldChg chg="addSp delSp modSp add mod">
        <pc:chgData name="Chao Yuan Chang" userId="50822a03f2412f91" providerId="LiveId" clId="{1616529A-44EC-4F05-A76F-3663D546AC70}" dt="2025-12-07T01:17:57.499" v="107" actId="1076"/>
        <pc:sldMkLst>
          <pc:docMk/>
          <pc:sldMk cId="1652599469" sldId="352"/>
        </pc:sldMkLst>
        <pc:spChg chg="mod">
          <ac:chgData name="Chao Yuan Chang" userId="50822a03f2412f91" providerId="LiveId" clId="{1616529A-44EC-4F05-A76F-3663D546AC70}" dt="2025-12-07T01:16:58.030" v="90" actId="20577"/>
          <ac:spMkLst>
            <pc:docMk/>
            <pc:sldMk cId="1652599469" sldId="352"/>
            <ac:spMk id="3" creationId="{1B35A078-9AC9-5469-145F-191E3F4A89C0}"/>
          </ac:spMkLst>
        </pc:spChg>
        <pc:picChg chg="add mod modCrop">
          <ac:chgData name="Chao Yuan Chang" userId="50822a03f2412f91" providerId="LiveId" clId="{1616529A-44EC-4F05-A76F-3663D546AC70}" dt="2025-12-07T01:17:57.499" v="107" actId="1076"/>
          <ac:picMkLst>
            <pc:docMk/>
            <pc:sldMk cId="1652599469" sldId="352"/>
            <ac:picMk id="6" creationId="{1BF1D2B2-A9F0-D569-1684-7302E7F269D5}"/>
          </ac:picMkLst>
        </pc:picChg>
        <pc:picChg chg="add mod modCrop">
          <ac:chgData name="Chao Yuan Chang" userId="50822a03f2412f91" providerId="LiveId" clId="{1616529A-44EC-4F05-A76F-3663D546AC70}" dt="2025-12-07T01:17:44.245" v="105" actId="1076"/>
          <ac:picMkLst>
            <pc:docMk/>
            <pc:sldMk cId="1652599469" sldId="352"/>
            <ac:picMk id="8" creationId="{7286CE07-5CAB-6D56-FF35-707DE8AD485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1EC154-0B52-4C5D-E325-E7E1F33CA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676A9E-619F-655C-45B6-48C783754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596AE6-BEE6-3796-D71C-CB4DF43B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E6FB18-2BAE-3136-2091-7F7DB3D7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A80686-2838-4970-0F72-4E179A9F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040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9F89C-9EE5-A780-76F4-31D8085E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50B8EC-8688-5E52-A2D9-DE9DB938C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71306B-8C39-14F4-1AF1-C7C299895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9C4912-A916-70AA-B3D2-06868549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96E297-F7AE-2D67-4631-2859DCF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0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60E58B-C560-D5EA-0DE4-A06E3BEE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25B621-E57A-5250-91AC-8D980F6B7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E5208C-2A00-D8F6-5056-4A25EA55E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857D28-4248-E677-FAC2-D65A2D67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3CD81B-5EE0-1C26-FA18-0979FC05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03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B0403D-6BA7-F7A6-9A1C-4AE0E9CE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2C66B6-E28E-989C-A451-51E65F7C5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51305D1-1D55-5E6A-A81A-97400138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90F498-72AC-D669-4AE0-E0D5ADBC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B8744A-6CCE-7A25-FE58-98849CBE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5958A37-A59F-629C-9DB5-5E7FD960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86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ED2DF7-A398-81E6-B086-6173E36C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FBCE4A-3C07-2764-5EA8-CAAD5C9FE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30DA01-BFE8-18F0-0717-ADF3B5175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D199C32-2A1C-9CA1-4553-60107108E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D3E9654-C183-C549-D146-D1362CFD1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BFCD7DC-CA4A-AFEC-0CAB-8C11BEFC7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5C50DC0-F5E1-4786-FF4B-6E191973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77CBABC-0CE7-9169-C83B-6F56C4D6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58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012385-F839-E60E-A161-9B8F1D9EF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EC3D942-ECB2-9875-0A27-5E7C808E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8DCE56-C077-FA41-017E-A8C774B4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7CE7F6-3D19-61D8-3E46-A54AC67A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59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502706-AFA4-7A78-F407-FB1CB6D1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3A343A2-43B0-9008-6A75-B312E4EE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B97415-E874-5BA4-8E21-641868A2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28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E2036B-F5F4-40FD-67BC-33A8755EF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E2224D-76D8-DF63-75D5-0508F9165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5CA101-FD8B-852D-45B6-88012C8B9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68F7D0-1F2C-ACF5-E154-E2E63A8A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1E3B6C-1DEC-4474-5EFC-01327FC4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EECD57-36B0-DD69-5583-290DC46A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42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FDC0B0-51AE-5441-0E82-D3D9EE5C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4EF7BA8-2CDE-04A3-FCA5-9FF5AC7E4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DDFA58-12DD-ECBE-F9DF-92CFDA566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D2AB92-9A9B-BEDC-8DDA-E12B311B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CE4D41-47A5-F455-1797-94E80012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6B381B-121C-60C7-D8E2-A2B5D57C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259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ED6767-55B4-B441-A85F-9DD6BC04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1548A8-CBE9-8D9E-D719-45ACDFA35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FE18F3-E6EF-54E2-B473-1C111AFF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F6DF6D-8241-CB68-B1D5-0676B322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6A2695-CAA4-2A09-6206-9C856E8B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32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5D29EED-1A18-9CED-0FD2-D790B6475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2E5496-E98E-8C9C-4F8F-B3FBBA35A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55CF7C-A0C1-6573-F630-9F083A5A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F4372B-0D6F-534C-BEC1-90AA50AA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31D2A7-227A-612E-C494-DA2D4AD0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90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41326E8-0DE5-54DD-DD7A-B35B29CE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D6AA61-BC27-D54A-B5C0-D4A341B66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6E0A58-5515-3AC1-A44B-E2CEF2A34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1FA88-F546-4983-9A8B-0C0D6EDA65F0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CFB676-C978-6BC0-B377-2774DAEB9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FF0FCC-6994-8F2D-F9BA-D84062638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43B01-CA1E-4E71-8A5A-9582826FE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43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D2695-5356-E92A-22FB-FC2EE101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1F766AC2-2B15-7110-1913-3DE7D207F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5" r="41027" b="42381"/>
          <a:stretch>
            <a:fillRect/>
          </a:stretch>
        </p:blipFill>
        <p:spPr>
          <a:xfrm>
            <a:off x="0" y="924503"/>
            <a:ext cx="7754620" cy="4540125"/>
          </a:xfrm>
          <a:prstGeom prst="rect">
            <a:avLst/>
          </a:prstGeom>
        </p:spPr>
      </p:pic>
      <p:pic>
        <p:nvPicPr>
          <p:cNvPr id="3" name="圖片 2" descr="一張含有 文字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455CE573-746C-3388-80BE-2F977E651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9" t="58413" r="47344"/>
          <a:stretch>
            <a:fillRect/>
          </a:stretch>
        </p:blipFill>
        <p:spPr>
          <a:xfrm>
            <a:off x="7728857" y="2002971"/>
            <a:ext cx="4463143" cy="285205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AA58AB9-52F4-2AE3-AE30-08A6199D33B9}"/>
              </a:ext>
            </a:extLst>
          </p:cNvPr>
          <p:cNvSpPr txBox="1"/>
          <p:nvPr/>
        </p:nvSpPr>
        <p:spPr>
          <a:xfrm>
            <a:off x="7149448" y="262039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Intraperitoneal</a:t>
            </a:r>
            <a:endParaRPr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1CE3608-0F14-D423-1F46-D32FEB12644D}"/>
              </a:ext>
            </a:extLst>
          </p:cNvPr>
          <p:cNvSpPr txBox="1"/>
          <p:nvPr/>
        </p:nvSpPr>
        <p:spPr>
          <a:xfrm>
            <a:off x="566057" y="262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Arial" panose="020B0604020202020204" pitchFamily="34" charset="0"/>
              </a:rPr>
              <a:t>Ginger-derived exosome-like nanoparticles (GiNV)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5088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文字 的圖片&#10;&#10;AI 產生的內容可能不正確。">
            <a:extLst>
              <a:ext uri="{FF2B5EF4-FFF2-40B4-BE49-F238E27FC236}">
                <a16:creationId xmlns:a16="http://schemas.microsoft.com/office/drawing/2014/main" id="{C96C9BAE-1267-DCBE-6EE2-07AA58625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r="15836"/>
          <a:stretch>
            <a:fillRect/>
          </a:stretch>
        </p:blipFill>
        <p:spPr>
          <a:xfrm>
            <a:off x="165782" y="1045027"/>
            <a:ext cx="6817223" cy="5072744"/>
          </a:xfrm>
          <a:prstGeom prst="rect">
            <a:avLst/>
          </a:prstGeom>
        </p:spPr>
      </p:pic>
      <p:pic>
        <p:nvPicPr>
          <p:cNvPr id="6" name="圖片 5" descr="一張含有 文字, 圖表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EA659A54-CC19-78C5-0B16-977211C50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00" y="1883800"/>
            <a:ext cx="5673000" cy="327249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44379B6-BA88-4AAE-7826-F9D9C21C1514}"/>
              </a:ext>
            </a:extLst>
          </p:cNvPr>
          <p:cNvSpPr txBox="1"/>
          <p:nvPr/>
        </p:nvSpPr>
        <p:spPr>
          <a:xfrm>
            <a:off x="6253350" y="631371"/>
            <a:ext cx="154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Intratracheal</a:t>
            </a:r>
            <a:endParaRPr lang="zh-TW" altLang="en-US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DAC0927-C847-8B53-AB4D-74FE83715D78}"/>
              </a:ext>
            </a:extLst>
          </p:cNvPr>
          <p:cNvSpPr txBox="1"/>
          <p:nvPr/>
        </p:nvSpPr>
        <p:spPr>
          <a:xfrm>
            <a:off x="566057" y="262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Arial" panose="020B0604020202020204" pitchFamily="34" charset="0"/>
              </a:rPr>
              <a:t>Ginger-derived exosome-like nanoparticles (GiNV)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58910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549B-6079-9314-C123-78DD7722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7BAF4D1-A5F4-DD31-D66C-0336C643742B}"/>
              </a:ext>
            </a:extLst>
          </p:cNvPr>
          <p:cNvSpPr txBox="1"/>
          <p:nvPr/>
        </p:nvSpPr>
        <p:spPr>
          <a:xfrm>
            <a:off x="7900563" y="370897"/>
            <a:ext cx="62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Oral</a:t>
            </a:r>
            <a:endParaRPr lang="zh-TW" altLang="en-US" b="1" dirty="0"/>
          </a:p>
        </p:txBody>
      </p:sp>
      <p:pic>
        <p:nvPicPr>
          <p:cNvPr id="2" name="圖片 1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47FF6FC5-DCB0-5ECA-92A1-3D80F8640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4"/>
          <a:stretch>
            <a:fillRect/>
          </a:stretch>
        </p:blipFill>
        <p:spPr>
          <a:xfrm>
            <a:off x="378169" y="1045027"/>
            <a:ext cx="11624151" cy="507274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61F1D9A-6441-DF50-FEB4-C3D6F92C92E5}"/>
              </a:ext>
            </a:extLst>
          </p:cNvPr>
          <p:cNvSpPr txBox="1"/>
          <p:nvPr/>
        </p:nvSpPr>
        <p:spPr>
          <a:xfrm>
            <a:off x="566057" y="262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Arial" panose="020B0604020202020204" pitchFamily="34" charset="0"/>
              </a:rPr>
              <a:t>Ginger-derived exosome-like </a:t>
            </a:r>
            <a:r>
              <a:rPr lang="en-US" altLang="zh-TW" b="1" i="0">
                <a:effectLst/>
                <a:latin typeface="Arial" panose="020B0604020202020204" pitchFamily="34" charset="0"/>
              </a:rPr>
              <a:t>nanoparticles (</a:t>
            </a:r>
            <a:r>
              <a:rPr lang="en-US" altLang="zh-TW" b="1">
                <a:latin typeface="Arial" panose="020B0604020202020204" pitchFamily="34" charset="0"/>
              </a:rPr>
              <a:t>GiNV</a:t>
            </a:r>
            <a:r>
              <a:rPr lang="en-US" altLang="zh-TW" b="1" i="0">
                <a:effectLst/>
                <a:latin typeface="Arial" panose="020B0604020202020204" pitchFamily="34" charset="0"/>
              </a:rPr>
              <a:t>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37427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C8A5-4505-1E13-C23F-7A408055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015FD07-FECC-E843-D505-25F1DD8313E0}"/>
              </a:ext>
            </a:extLst>
          </p:cNvPr>
          <p:cNvSpPr txBox="1"/>
          <p:nvPr/>
        </p:nvSpPr>
        <p:spPr>
          <a:xfrm>
            <a:off x="7900563" y="370897"/>
            <a:ext cx="62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Oral</a:t>
            </a:r>
            <a:endParaRPr lang="zh-TW" altLang="en-US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EB71C6-0B4F-C158-98D6-2B2F49462796}"/>
              </a:ext>
            </a:extLst>
          </p:cNvPr>
          <p:cNvSpPr txBox="1"/>
          <p:nvPr/>
        </p:nvSpPr>
        <p:spPr>
          <a:xfrm>
            <a:off x="566057" y="262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Arial" panose="020B0604020202020204" pitchFamily="34" charset="0"/>
              </a:rPr>
              <a:t>Garlic-derived exosome-like nanoparticles (</a:t>
            </a:r>
            <a:r>
              <a:rPr lang="en-US" altLang="zh-TW" b="1" dirty="0" err="1">
                <a:latin typeface="Arial" panose="020B0604020202020204" pitchFamily="34" charset="0"/>
              </a:rPr>
              <a:t>GaNV</a:t>
            </a:r>
            <a:r>
              <a:rPr lang="en-US" altLang="zh-TW" b="1" i="0" dirty="0">
                <a:effectLst/>
                <a:latin typeface="Arial" panose="020B0604020202020204" pitchFamily="34" charset="0"/>
              </a:rPr>
              <a:t>)</a:t>
            </a:r>
            <a:endParaRPr lang="zh-TW" altLang="en-US" b="1" dirty="0"/>
          </a:p>
        </p:txBody>
      </p:sp>
      <p:pic>
        <p:nvPicPr>
          <p:cNvPr id="6" name="圖片 5" descr="一張含有 文字, 螢幕擷取畫面, 平面設計, 設計 的圖片&#10;&#10;AI 產生的內容可能不正確。">
            <a:extLst>
              <a:ext uri="{FF2B5EF4-FFF2-40B4-BE49-F238E27FC236}">
                <a16:creationId xmlns:a16="http://schemas.microsoft.com/office/drawing/2014/main" id="{3D141B30-866B-E61B-A8B1-C1E914AF9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8" r="15088"/>
          <a:stretch>
            <a:fillRect/>
          </a:stretch>
        </p:blipFill>
        <p:spPr>
          <a:xfrm>
            <a:off x="748980" y="1409953"/>
            <a:ext cx="5458830" cy="4038095"/>
          </a:xfrm>
          <a:prstGeom prst="rect">
            <a:avLst/>
          </a:prstGeom>
        </p:spPr>
      </p:pic>
      <p:pic>
        <p:nvPicPr>
          <p:cNvPr id="8" name="圖片 7" descr="一張含有 螢幕擷取畫面, 藝術 的圖片&#10;&#10;AI 產生的內容可能不正確。">
            <a:extLst>
              <a:ext uri="{FF2B5EF4-FFF2-40B4-BE49-F238E27FC236}">
                <a16:creationId xmlns:a16="http://schemas.microsoft.com/office/drawing/2014/main" id="{D85EED6D-F028-82FB-0BA9-BB71F27E2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0"/>
          <a:stretch>
            <a:fillRect/>
          </a:stretch>
        </p:blipFill>
        <p:spPr>
          <a:xfrm>
            <a:off x="6207810" y="1409952"/>
            <a:ext cx="5983535" cy="411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4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16663-B6FE-B761-A849-2A8AB28E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E658BD7-8A98-9C07-92BB-B593B2CF292F}"/>
              </a:ext>
            </a:extLst>
          </p:cNvPr>
          <p:cNvSpPr txBox="1"/>
          <p:nvPr/>
        </p:nvSpPr>
        <p:spPr>
          <a:xfrm>
            <a:off x="7900563" y="370897"/>
            <a:ext cx="62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Oral</a:t>
            </a:r>
            <a:endParaRPr lang="zh-TW" altLang="en-US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35A078-9AC9-5469-145F-191E3F4A89C0}"/>
              </a:ext>
            </a:extLst>
          </p:cNvPr>
          <p:cNvSpPr txBox="1"/>
          <p:nvPr/>
        </p:nvSpPr>
        <p:spPr>
          <a:xfrm>
            <a:off x="566057" y="262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Arial" panose="020B0604020202020204" pitchFamily="34" charset="0"/>
              </a:rPr>
              <a:t>Kale-derived exosome-like nanoparticles (</a:t>
            </a:r>
            <a:r>
              <a:rPr lang="en-US" altLang="zh-TW" b="1" dirty="0" err="1">
                <a:latin typeface="Arial" panose="020B0604020202020204" pitchFamily="34" charset="0"/>
              </a:rPr>
              <a:t>KaleNV</a:t>
            </a:r>
            <a:r>
              <a:rPr lang="en-US" altLang="zh-TW" b="1" i="0" dirty="0">
                <a:effectLst/>
                <a:latin typeface="Arial" panose="020B0604020202020204" pitchFamily="34" charset="0"/>
              </a:rPr>
              <a:t>)</a:t>
            </a:r>
            <a:endParaRPr lang="zh-TW" altLang="en-US" b="1" dirty="0"/>
          </a:p>
        </p:txBody>
      </p:sp>
      <p:pic>
        <p:nvPicPr>
          <p:cNvPr id="6" name="圖片 5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1BF1D2B2-A9F0-D569-1684-7302E7F26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7" r="16470"/>
          <a:stretch>
            <a:fillRect/>
          </a:stretch>
        </p:blipFill>
        <p:spPr>
          <a:xfrm>
            <a:off x="566057" y="1409952"/>
            <a:ext cx="5325645" cy="4038095"/>
          </a:xfrm>
          <a:prstGeom prst="rect">
            <a:avLst/>
          </a:prstGeom>
        </p:spPr>
      </p:pic>
      <p:pic>
        <p:nvPicPr>
          <p:cNvPr id="8" name="圖片 7" descr="一張含有 螢幕擷取畫面, 藝術 的圖片&#10;&#10;AI 產生的內容可能不正確。">
            <a:extLst>
              <a:ext uri="{FF2B5EF4-FFF2-40B4-BE49-F238E27FC236}">
                <a16:creationId xmlns:a16="http://schemas.microsoft.com/office/drawing/2014/main" id="{7286CE07-5CAB-6D56-FF35-707DE8AD4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0"/>
          <a:stretch>
            <a:fillRect/>
          </a:stretch>
        </p:blipFill>
        <p:spPr>
          <a:xfrm>
            <a:off x="6100338" y="1525851"/>
            <a:ext cx="5895774" cy="41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9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35</Words>
  <Application>Microsoft Office PowerPoint</Application>
  <PresentationFormat>寬螢幕</PresentationFormat>
  <Paragraphs>10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 Yuan Chang</dc:creator>
  <cp:lastModifiedBy>Chao Yuan Chang</cp:lastModifiedBy>
  <cp:revision>1</cp:revision>
  <dcterms:created xsi:type="dcterms:W3CDTF">2025-12-01T06:08:40Z</dcterms:created>
  <dcterms:modified xsi:type="dcterms:W3CDTF">2025-12-17T05:11:15Z</dcterms:modified>
</cp:coreProperties>
</file>