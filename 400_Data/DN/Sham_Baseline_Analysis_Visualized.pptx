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Sham vs Sham10W: 健康基準線綜合分析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Sham vs Sham10W: Healthy Baseline Integrated Analysis</a:t>
            </a:r>
          </a:p>
          <a:p>
            <a:r>
              <a:t>DN_GaExo Project | 2026-05-01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生理成長動態 (Physiological Growth)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mp_bw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優勢菌種演替 (Microbial Succession: B. acidifaciens)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mp_b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功能菌群穩定性 (Functional Stability: Kineothrix)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mp_ki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科研啟發 (Scientific Insights)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排除時間干擾 (Excluding Time Interference):</a:t>
            </a:r>
          </a:p>
          <a:p>
            <a:r>
              <a:t>   - Kineothrix 在健康組中穩定，顯示其在疾病組的下降為病理特異性。</a:t>
            </a:r>
          </a:p>
          <a:p>
            <a:r>
              <a:t>   - Stable Kineothrix in health indicates its loss in disease is pathologically specific.</a:t>
            </a:r>
          </a:p>
          <a:p>
            <a:r>
              <a:t>2. 基準線價值 (Baseline Value):</a:t>
            </a:r>
          </a:p>
          <a:p>
            <a:r>
              <a:t>   - 建立 GaExo 修復力的「健康金標準」。</a:t>
            </a:r>
          </a:p>
          <a:p>
            <a:r>
              <a:t>   - Establishing the 'Healthy Gold Standard' for GaExo restoration potential.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