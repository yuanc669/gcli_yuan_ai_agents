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Microbiome Analysis: Sham vs Sham10W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DN_GaExo Project</a:t>
            </a:r>
          </a:p>
          <a:p>
            <a:r>
              <a:t>Visualized Abundance &amp; Significance 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 Diversity: Observed Species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mp_ob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Decrease: B. acidifaciens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mp_b_ac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Increase: Suilimivivens sp000403495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mp_sui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Increase: B. thetaiotaomicron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mp_b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Significant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(p &lt; 0.05):</a:t>
            </a:r>
          </a:p>
          <a:p>
            <a:r>
              <a:t>- Significant loss of microbial richness (Observed species)</a:t>
            </a:r>
          </a:p>
          <a:p>
            <a:r>
              <a:t>- Major reduction in core commensal B. acidifaciens</a:t>
            </a:r>
          </a:p>
          <a:p>
            <a:r>
              <a:t>- Emergence/Proliferation of B. thetaiotaomicron &amp; Suilimivivens</a:t>
            </a:r>
          </a:p>
          <a:p>
            <a:r>
              <a:t>- Markers (*) indicate p &lt; 0.05 via Kruskal-Wallis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